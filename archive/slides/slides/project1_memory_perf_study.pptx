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33459"/>
          </a:solidFill>
          <a:ln>
            <a:solidFill>
              <a:srgbClr val="133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33459"/>
                </a:solidFill>
              </a:rPr>
              <a:t>Linux perf Based Memory Access Pattern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5A5A5A"/>
                </a:solidFill>
              </a:rPr>
              <a:t>Pointer chasing, STREAM-lite, stride locality, row/column traversal, and tiled matmul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6699"/>
                </a:solidFill>
              </a:rPr>
              <a:t>Undergraduate systems project | Linux, C, Python, perf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33459"/>
          </a:solidFill>
          <a:ln>
            <a:solidFill>
              <a:srgbClr val="133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33459"/>
                </a:solidFill>
              </a:rPr>
              <a:t>Motivation and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Goal: observe software-visible memory bottlenecks through small reproducible benchmarks.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Question 1: how do runtime and locality change as the working set grows?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Question 2: which patterns behave as latency-bound versus bandwidth-bound?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Question 3: what simple software changes improve reuse most clearly?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828800"/>
            <a:ext cx="4572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282828"/>
                </a:solidFill>
              </a:rPr>
              <a:t>Key constraint on this host:
Hardware PMU events were unsupported, so final interpretation relies mainly on runtime plus software perf events.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33459"/>
          </a:solidFill>
          <a:ln>
            <a:solidFill>
              <a:srgbClr val="133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33459"/>
                </a:solidFill>
              </a:rPr>
              <a:t>Benchmark Suite and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Benchmarks: pointer_chase, stream_lite, stride_access, row_col_traversal, optional matmul_tiled.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Each benchmark emits one CSV line with problem size, timing, and one benchmark-specific metric.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Automation: collect_perf.sh -&gt; parse_perf.py -&gt; plot_results.py.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Controls: core pinning, warmup, repeated runs, fixed compiler flags.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737360"/>
            <a:ext cx="4937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Preferred events: cycles, instructions, cache-misses, LLC, L1D, dTLB.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Actual usable events on this host: task-clock, cpu-clock, page-faults, context-switches, cpu-migrations.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Result: timing trends are strong, but cache-level attribution must stay conservative.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33459"/>
          </a:solidFill>
          <a:ln>
            <a:solidFill>
              <a:srgbClr val="133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33459"/>
                </a:solidFill>
              </a:rPr>
              <a:t>Strongest Results: Latency Staircase and Streaming Bandwidth</a:t>
            </a:r>
          </a:p>
        </p:txBody>
      </p:sp>
      <p:pic>
        <p:nvPicPr>
          <p:cNvPr id="4" name="Picture 3" descr="latency_stair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5394960" cy="3474720"/>
          </a:xfrm>
          <a:prstGeom prst="rect">
            <a:avLst/>
          </a:prstGeom>
        </p:spPr>
      </p:pic>
      <p:pic>
        <p:nvPicPr>
          <p:cNvPr id="5" name="Picture 4" descr="bandwidth_vs_working_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17320"/>
            <a:ext cx="530352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07492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Pointer chase rose from about 20.2 ns/load at 512 KiB to 110.8 ns/load at 8 MiB and 313.4 ns/load at 32 MiB.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STREAM-lite sustained about 32-33 GB/s for copy and 46-49 GB/s for triad on small to medium working sets.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Interpretation: irregular dependent access is latency-bound, while regular streams expose far more overlap.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33459"/>
          </a:solidFill>
          <a:ln>
            <a:solidFill>
              <a:srgbClr val="133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33459"/>
                </a:solidFill>
              </a:rPr>
              <a:t>Moderate Results: Stride and Traversal Order</a:t>
            </a:r>
          </a:p>
        </p:txBody>
      </p:sp>
      <p:pic>
        <p:nvPicPr>
          <p:cNvPr id="4" name="Picture 3" descr="stride_access_cost_vs_str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5394960" cy="3474720"/>
          </a:xfrm>
          <a:prstGeom prst="rect">
            <a:avLst/>
          </a:prstGeom>
        </p:spPr>
      </p:pic>
      <p:pic>
        <p:nvPicPr>
          <p:cNvPr id="5" name="Picture 4" descr="row_vs_column_travers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17320"/>
            <a:ext cx="530352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07492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Stride effect was small for tiny footprints, but stronger for large ones: at 32 MiB, stride 256 reached about 6.06 ns/access.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Row-major stayed faster than column-major, especially at 1024x1024: about 1.76 ns/element versus 2.83 ns/element.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These trends match locality expectations, but the effect sizes are weaker than pointer chasing on this host.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33459"/>
          </a:solidFill>
          <a:ln>
            <a:solidFill>
              <a:srgbClr val="133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33459"/>
                </a:solidFill>
              </a:rPr>
              <a:t>Best Optimization Example: Tiled Matrix Multiply</a:t>
            </a:r>
          </a:p>
        </p:txBody>
      </p:sp>
      <p:pic>
        <p:nvPicPr>
          <p:cNvPr id="4" name="Picture 3" descr="tile_size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5394960" cy="3474720"/>
          </a:xfrm>
          <a:prstGeom prst="rect">
            <a:avLst/>
          </a:prstGeom>
        </p:spPr>
      </p:pic>
      <p:pic>
        <p:nvPicPr>
          <p:cNvPr id="5" name="Picture 4" descr="roofline_dra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17320"/>
            <a:ext cx="530352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07492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For 128x128, throughput improved from about 2.17 GFLOP/s at tile 8 to 3.80 GFLOP/s at tile 64.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For 256x256, throughput improved from about 2.20 GFLOP/s at tile 8 to 3.85 GFLOP/s at tile 64.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Takeaway: explicit reuse through blocking produced the clearest software-level gain in the project.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33459"/>
          </a:solidFill>
          <a:ln>
            <a:solidFill>
              <a:srgbClr val="133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33459"/>
                </a:solidFill>
              </a:rPr>
              <a:t>Takeaways, Limitations, and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Clear results: pointer-chasing latency staircase, streaming bandwidth plateau, and tiled-matmul reuse benefit.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Weaker but consistent trends: wider strides and column-major traversal generally cost more.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Main limitation: hardware PMU events were unavailable, so cache-level attribution remains indirect.</a:t>
            </a:r>
          </a:p>
          <a:p>
            <a:pPr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Next step: rerun the exact same suite on a Linux host with working PMU support for cycles, instructions, and cache-miss counters.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